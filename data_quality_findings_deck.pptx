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26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 New Delhi — Data-Quality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0" y="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RUN-2026-09-22-01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463040"/>
            <a:ext cx="91440" cy="91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182880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548640"/>
            <a:ext cx="73152" cy="73152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1371600"/>
            <a:ext cx="91440" cy="91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760720"/>
            <a:ext cx="128016" cy="128016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6217920"/>
            <a:ext cx="91440" cy="91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035040"/>
            <a:ext cx="73152" cy="73152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FINDINGS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OpenAQ New Delhi Measurements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29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Data-Quality Assessment — Detecting, Quantifying and Diagnosing Failures Across 18,000 Sensor Readings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openaq_new_delhi_measurements.xls     |     18,000 rows · 18 sensors · 12 parameters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findings; two are critical and should block downstream trend analysis until addressed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3852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8318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monitoring deployments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one file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93852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58318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NOx readings are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chemically implausible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93852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8318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expected 15-min slots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missing (source claims 0%)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938528"/>
            <a:ext cx="24231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83180"/>
            <a:ext cx="2423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carry two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units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11247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 silently blends a 2016 legacy station with a 2025 current station — no field distinguishes them.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sensor readings are ~1,000x smaller than they should be relative to NO + NO2 — a likely calibration/unit defect.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source's own "coverage" metadata claims 100% completeness on every row while real gaps run as high as 55%.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immediate action: add a station identifier, quarantine the NOx stream, and stop trusting the coverage field.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Method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small analytics system: profile → quality rules → exceptions → root cause → KPI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21671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43584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nulls, cardinality, date range per sensor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15768" y="196596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2152" y="21671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25496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rules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52928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SQL rules across 5 dimensions (DQ001–DQ011)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74336" y="196596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1671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6072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4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11496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17,465 row/gap-level exceptions preserved for investigation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32904" y="196596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DEDE9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9288" y="2167128"/>
            <a:ext cx="512064" cy="512064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19288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70064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 WHERE / WHAT changed, evidence-graded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1965960"/>
            <a:ext cx="2084832" cy="2148840"/>
          </a:xfrm>
          <a:prstGeom prst="roundRect">
            <a:avLst>
              <a:gd name="adj" fmla="val 3509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77856" y="21671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77856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83464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layer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28632" y="320040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scorecard + trend + source breakdown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00600"/>
          <a:ext cx="11247120" cy="16459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analyzed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5–24, 2016  and  Feb 18–Mar 6, 2025 (two disjoint windows)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= one sensor's reading for one 15-minute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/ sensors /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 rows · 18 sensors · 12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rebuild, incident response, ML-based 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Scorecard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by dimension — timeliness and completeness are the primary risk areas</a:t>
            </a:r>
            <a:endParaRPr lang="en-US" sz="1400" dirty="0"/>
          </a:p>
        </p:txBody>
      </p:sp>
      <p:pic>
        <p:nvPicPr>
          <p:cNvPr id="4" name="Image 0" descr="/home/claude/project/outputs/slide_failure_by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6949440" cy="31089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28800"/>
          <a:ext cx="41148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0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D8C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Completeness blends value/key-field completeness (100% pass) with a structural gap in coordinates/summary metadata (100% fail) — see Finding 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Two Deployments Merged, No Field to Tell Them Apart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07040" y="8686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07040" y="8686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669280" cy="23845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 36, 392–399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12234782–90, 14340713–15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5–24, 2016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18 – Mar 6, 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– 637 µg/m³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– 204 µg/m³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rate (DQ009)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" y="443484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trend/aggregate analysis treating this as one continuous series silently compares two deployments — 2016 pollutant levels are far higher, which could be misread as "improvement" rather than a change in instrumentation or siting.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377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with a station relocation, hardware refresh, or an OpenAQ location_id change between 2016 and 2025 that was not carried into this export.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703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Sensor-level profiling shows a complete, non-overlapping split by both sensor-ID range and date range — no timestamp overlap exists between the two groups.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5029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station_id/location field to the export and confirm with the source owner whether these are the same physical station.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NOx Stream Is Very Likely Mis-Scaled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07040" y="8686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07040" y="8686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pic>
        <p:nvPicPr>
          <p:cNvPr id="5" name="Image 0" descr="/home/claude/project/outputs/slide_nox_de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70408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8288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1938528"/>
            <a:ext cx="3840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382012"/>
            <a:ext cx="38404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matched readings show NOx below NO alone (chemically impossible: NOx = NO + NO2)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29718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3081528"/>
            <a:ext cx="3840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~1,268×–1,900×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525012"/>
            <a:ext cx="38404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expected and observed NOx — unstable, not a clean unit-conversion factor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42062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or unit-labeling defect in the NOx channel (sensor 14340713). Reported as a likely contributing factor, not a confirmed root cause.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5257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this stream from reporting until instrumentation review is complete.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Source's Own Completeness Metadata Cannot Be Trusted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07040" y="8686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07040" y="8686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38528"/>
            <a:ext cx="3200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07742"/>
            <a:ext cx="32004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claim full coverage (coverage.percentComplete / percentCoverage — constant, zero variation)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8288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1938528"/>
            <a:ext cx="32004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507742"/>
            <a:ext cx="320040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expected 15-minute slots are actually missing when independently reconstructed</a:t>
            </a:r>
            <a:endParaRPr lang="en-US" sz="1150" dirty="0"/>
          </a:p>
        </p:txBody>
      </p:sp>
      <p:pic>
        <p:nvPicPr>
          <p:cNvPr id="11" name="Image 0" descr="/home/claude/project/outputs/slide_gap_by_s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91640"/>
            <a:ext cx="3931920" cy="3291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3291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block appears to describe completeness within each row's own 15-minute interval (1 of 1 expected sub-reading) — technically accurate for that narrow definition, but misleading as a series-level completeness signal.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6177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using this field as a completeness signal; replace with an independent 15-minute cadence check and SLA alert.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4 &amp; 5 — Structural Gaps and Mixed Units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17720" y="19659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B08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17720" y="1965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Coordinates &amp; summary always null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— a complete absence, not a partial gap.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undetermined from this extract — could be an export-configuration choice or a genuine upstream gap.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cannot be mapped without an external join to station metadata.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F2EFEA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469880" y="19659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69880" y="19659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parameters carry two different units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8036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co, no2, so2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appear under both ppb (2025 station) and µg/m³ (2016 station) — </a:t>
            </a: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of 18,000 rows (33.3%)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affected.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consequence of Finding 1 — the two deployments report in different units and nothing in the schema flags this.
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across the full extract without unit conversion produces a meaningless blended figure differing by 2–3 orders of magnitude.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Root-Cause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graded — confirmed defects are separated from likely contributing factors and open unknowns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61188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evidence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disjoint sensor-ID / date-range populations exist in one file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is chemically inconsistent with NO/NO2 in the same file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metadata is constant despite real, measurable gaps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parameters carry two units within the same file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8288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0248" y="1828800"/>
            <a:ext cx="3611880" cy="50292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53128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contributing factors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Two-deployment split most likely reflects a station relocation or location_id change not carried into the export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defect most consistent with a sensor calibration or firmware/unit-labeling issue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5A66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828800"/>
            <a:ext cx="3611880" cy="502920"/>
          </a:xfrm>
          <a:prstGeom prst="rect">
            <a:avLst/>
          </a:prstGeom>
          <a:solidFill>
            <a:srgbClr val="5A66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18288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coordinates/summary are expected to populate for this export type at all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pipeline stage responsible for the NOx scaling defect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evidence strength and business impact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4206237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station_id/location field; confirm the 2016/2025 sensor sets with the source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 the NOx stream (sensor 14340713) pending calibration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Instrumentation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coverage-field trust with an independent 15-min cadence check + SLA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Data/analytics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why legacy-station gap rate (55.1%) far exceeds current station (20.7%)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unit-normalization step (ppb ↔ µg/m³) before cross-deployment aggregation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Data/analytics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whether coordinates/summary should populate; fix export or remove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8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could not establish from the extract alone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ground truth (e.g. an official OpenAQ API pull for the same window) confirms whether the 2016/2025 split is two stations, a relocation, or a backfill artifact.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NOx unit/scale defect could not be tied to a specific pipeline stage (sensor firmware, ingestion transform, or export step).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coordinates/summary being 100% null could reflect a genuine defect or a field this endpoint isn't expected to populate — not resolvable from the data alone.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thresholds use this extract as its own baseline; legitimate seasonal spikes may be indistinguishable from true anomalies without a longer history.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incident response, pipeline rebuild, or ML-based detection was undertaken — this is an analytical diagnosis and recommendation 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5373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66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dataset is not yet reliable enough for trend reporting as-is.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the two deployments, quarantining the NOx stream, and replacing the coverage-completeness signal are the three changes that unblock trustworthy reporting.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1382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</cp:lastModifiedBy>
  <cp:revision>2</cp:revision>
  <dcterms:created xsi:type="dcterms:W3CDTF">2026-09-22T06:56:26Z</dcterms:created>
  <dcterms:modified xsi:type="dcterms:W3CDTF">2026-09-22T07:20:54Z</dcterms:modified>
</cp:coreProperties>
</file>